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ontserrat Semi-Bold" charset="1" panose="00000700000000000000"/>
      <p:regular r:id="rId12"/>
    </p:embeddedFont>
    <p:embeddedFont>
      <p:font typeface="Open Sans" charset="1" panose="020B0606030504020204"/>
      <p:regular r:id="rId13"/>
    </p:embeddedFont>
    <p:embeddedFont>
      <p:font typeface="Poppins" charset="1" panose="00000500000000000000"/>
      <p:regular r:id="rId14"/>
    </p:embeddedFont>
    <p:embeddedFont>
      <p:font typeface="Poppins Medium" charset="1" panose="00000600000000000000"/>
      <p:regular r:id="rId15"/>
    </p:embeddedFont>
    <p:embeddedFont>
      <p:font typeface="Poppins Semi-Bold" charset="1" panose="000007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37352" y="5260651"/>
            <a:ext cx="11765161" cy="113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6"/>
              </a:lnSpc>
            </a:pPr>
            <a:r>
              <a:rPr lang="en-US" b="true" sz="6597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Building        a Podcast App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860437" y="5442110"/>
            <a:ext cx="1713020" cy="955884"/>
          </a:xfrm>
          <a:custGeom>
            <a:avLst/>
            <a:gdLst/>
            <a:ahLst/>
            <a:cxnLst/>
            <a:rect r="r" b="b" t="t" l="l"/>
            <a:pathLst>
              <a:path h="955884" w="1713020">
                <a:moveTo>
                  <a:pt x="0" y="0"/>
                </a:moveTo>
                <a:lnTo>
                  <a:pt x="1713020" y="0"/>
                </a:lnTo>
                <a:lnTo>
                  <a:pt x="1713020" y="955884"/>
                </a:lnTo>
                <a:lnTo>
                  <a:pt x="0" y="955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24115" y="4055716"/>
            <a:ext cx="7698684" cy="1087784"/>
            <a:chOff x="0" y="0"/>
            <a:chExt cx="10264911" cy="14503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016538" y="175867"/>
              <a:ext cx="4248373" cy="1274512"/>
            </a:xfrm>
            <a:custGeom>
              <a:avLst/>
              <a:gdLst/>
              <a:ahLst/>
              <a:cxnLst/>
              <a:rect r="r" b="b" t="t" l="l"/>
              <a:pathLst>
                <a:path h="1274512" w="4248373">
                  <a:moveTo>
                    <a:pt x="0" y="0"/>
                  </a:moveTo>
                  <a:lnTo>
                    <a:pt x="4248373" y="0"/>
                  </a:lnTo>
                  <a:lnTo>
                    <a:pt x="4248373" y="1274512"/>
                  </a:lnTo>
                  <a:lnTo>
                    <a:pt x="0" y="1274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-133350"/>
              <a:ext cx="5837436" cy="1472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36"/>
                </a:lnSpc>
              </a:pPr>
              <a:r>
                <a:rPr lang="en-US" sz="6597" b="true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Challenge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8869046"/>
            <a:ext cx="2824758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Amandine BARDIERE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71527" y="8869046"/>
            <a:ext cx="1550789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18/11/2025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903299"/>
            <a:ext cx="5171230" cy="6480402"/>
            <a:chOff x="0" y="0"/>
            <a:chExt cx="1129041" cy="14148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9041" cy="1414874"/>
            </a:xfrm>
            <a:custGeom>
              <a:avLst/>
              <a:gdLst/>
              <a:ahLst/>
              <a:cxnLst/>
              <a:rect r="r" b="b" t="t" l="l"/>
              <a:pathLst>
                <a:path h="1414874" w="1129041">
                  <a:moveTo>
                    <a:pt x="61382" y="0"/>
                  </a:moveTo>
                  <a:lnTo>
                    <a:pt x="1067659" y="0"/>
                  </a:lnTo>
                  <a:cubicBezTo>
                    <a:pt x="1083939" y="0"/>
                    <a:pt x="1099551" y="6467"/>
                    <a:pt x="1111063" y="17978"/>
                  </a:cubicBezTo>
                  <a:cubicBezTo>
                    <a:pt x="1122574" y="29490"/>
                    <a:pt x="1129041" y="45102"/>
                    <a:pt x="1129041" y="61382"/>
                  </a:cubicBezTo>
                  <a:lnTo>
                    <a:pt x="1129041" y="1353492"/>
                  </a:lnTo>
                  <a:cubicBezTo>
                    <a:pt x="1129041" y="1369772"/>
                    <a:pt x="1122574" y="1385385"/>
                    <a:pt x="1111063" y="1396896"/>
                  </a:cubicBezTo>
                  <a:cubicBezTo>
                    <a:pt x="1099551" y="1408407"/>
                    <a:pt x="1083939" y="1414874"/>
                    <a:pt x="1067659" y="1414874"/>
                  </a:cubicBezTo>
                  <a:lnTo>
                    <a:pt x="61382" y="1414874"/>
                  </a:lnTo>
                  <a:cubicBezTo>
                    <a:pt x="45102" y="1414874"/>
                    <a:pt x="29490" y="1408407"/>
                    <a:pt x="17978" y="1396896"/>
                  </a:cubicBezTo>
                  <a:cubicBezTo>
                    <a:pt x="6467" y="1385385"/>
                    <a:pt x="0" y="1369772"/>
                    <a:pt x="0" y="1353492"/>
                  </a:cubicBezTo>
                  <a:lnTo>
                    <a:pt x="0" y="61382"/>
                  </a:lnTo>
                  <a:cubicBezTo>
                    <a:pt x="0" y="45102"/>
                    <a:pt x="6467" y="29490"/>
                    <a:pt x="17978" y="17978"/>
                  </a:cubicBezTo>
                  <a:cubicBezTo>
                    <a:pt x="29490" y="6467"/>
                    <a:pt x="45102" y="0"/>
                    <a:pt x="61382" y="0"/>
                  </a:cubicBezTo>
                  <a:close/>
                </a:path>
              </a:pathLst>
            </a:custGeom>
            <a:solidFill>
              <a:srgbClr val="CB375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29041" cy="1452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60648" y="1903299"/>
            <a:ext cx="5171230" cy="6480402"/>
            <a:chOff x="0" y="0"/>
            <a:chExt cx="1129041" cy="14148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9041" cy="1414874"/>
            </a:xfrm>
            <a:custGeom>
              <a:avLst/>
              <a:gdLst/>
              <a:ahLst/>
              <a:cxnLst/>
              <a:rect r="r" b="b" t="t" l="l"/>
              <a:pathLst>
                <a:path h="1414874" w="1129041">
                  <a:moveTo>
                    <a:pt x="61382" y="0"/>
                  </a:moveTo>
                  <a:lnTo>
                    <a:pt x="1067659" y="0"/>
                  </a:lnTo>
                  <a:cubicBezTo>
                    <a:pt x="1083939" y="0"/>
                    <a:pt x="1099551" y="6467"/>
                    <a:pt x="1111063" y="17978"/>
                  </a:cubicBezTo>
                  <a:cubicBezTo>
                    <a:pt x="1122574" y="29490"/>
                    <a:pt x="1129041" y="45102"/>
                    <a:pt x="1129041" y="61382"/>
                  </a:cubicBezTo>
                  <a:lnTo>
                    <a:pt x="1129041" y="1353492"/>
                  </a:lnTo>
                  <a:cubicBezTo>
                    <a:pt x="1129041" y="1369772"/>
                    <a:pt x="1122574" y="1385385"/>
                    <a:pt x="1111063" y="1396896"/>
                  </a:cubicBezTo>
                  <a:cubicBezTo>
                    <a:pt x="1099551" y="1408407"/>
                    <a:pt x="1083939" y="1414874"/>
                    <a:pt x="1067659" y="1414874"/>
                  </a:cubicBezTo>
                  <a:lnTo>
                    <a:pt x="61382" y="1414874"/>
                  </a:lnTo>
                  <a:cubicBezTo>
                    <a:pt x="45102" y="1414874"/>
                    <a:pt x="29490" y="1408407"/>
                    <a:pt x="17978" y="1396896"/>
                  </a:cubicBezTo>
                  <a:cubicBezTo>
                    <a:pt x="6467" y="1385385"/>
                    <a:pt x="0" y="1369772"/>
                    <a:pt x="0" y="1353492"/>
                  </a:cubicBezTo>
                  <a:lnTo>
                    <a:pt x="0" y="61382"/>
                  </a:lnTo>
                  <a:cubicBezTo>
                    <a:pt x="0" y="45102"/>
                    <a:pt x="6467" y="29490"/>
                    <a:pt x="17978" y="17978"/>
                  </a:cubicBezTo>
                  <a:cubicBezTo>
                    <a:pt x="29490" y="6467"/>
                    <a:pt x="45102" y="0"/>
                    <a:pt x="61382" y="0"/>
                  </a:cubicBezTo>
                  <a:close/>
                </a:path>
              </a:pathLst>
            </a:custGeom>
            <a:solidFill>
              <a:srgbClr val="FA8E4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29041" cy="1452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88070" y="1903299"/>
            <a:ext cx="5171230" cy="6480402"/>
            <a:chOff x="0" y="0"/>
            <a:chExt cx="1129041" cy="14148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9041" cy="1414874"/>
            </a:xfrm>
            <a:custGeom>
              <a:avLst/>
              <a:gdLst/>
              <a:ahLst/>
              <a:cxnLst/>
              <a:rect r="r" b="b" t="t" l="l"/>
              <a:pathLst>
                <a:path h="1414874" w="1129041">
                  <a:moveTo>
                    <a:pt x="61382" y="0"/>
                  </a:moveTo>
                  <a:lnTo>
                    <a:pt x="1067659" y="0"/>
                  </a:lnTo>
                  <a:cubicBezTo>
                    <a:pt x="1083939" y="0"/>
                    <a:pt x="1099551" y="6467"/>
                    <a:pt x="1111063" y="17978"/>
                  </a:cubicBezTo>
                  <a:cubicBezTo>
                    <a:pt x="1122574" y="29490"/>
                    <a:pt x="1129041" y="45102"/>
                    <a:pt x="1129041" y="61382"/>
                  </a:cubicBezTo>
                  <a:lnTo>
                    <a:pt x="1129041" y="1353492"/>
                  </a:lnTo>
                  <a:cubicBezTo>
                    <a:pt x="1129041" y="1369772"/>
                    <a:pt x="1122574" y="1385385"/>
                    <a:pt x="1111063" y="1396896"/>
                  </a:cubicBezTo>
                  <a:cubicBezTo>
                    <a:pt x="1099551" y="1408407"/>
                    <a:pt x="1083939" y="1414874"/>
                    <a:pt x="1067659" y="1414874"/>
                  </a:cubicBezTo>
                  <a:lnTo>
                    <a:pt x="61382" y="1414874"/>
                  </a:lnTo>
                  <a:cubicBezTo>
                    <a:pt x="45102" y="1414874"/>
                    <a:pt x="29490" y="1408407"/>
                    <a:pt x="17978" y="1396896"/>
                  </a:cubicBezTo>
                  <a:cubicBezTo>
                    <a:pt x="6467" y="1385385"/>
                    <a:pt x="0" y="1369772"/>
                    <a:pt x="0" y="1353492"/>
                  </a:cubicBezTo>
                  <a:lnTo>
                    <a:pt x="0" y="61382"/>
                  </a:lnTo>
                  <a:cubicBezTo>
                    <a:pt x="0" y="45102"/>
                    <a:pt x="6467" y="29490"/>
                    <a:pt x="17978" y="17978"/>
                  </a:cubicBezTo>
                  <a:cubicBezTo>
                    <a:pt x="29490" y="6467"/>
                    <a:pt x="45102" y="0"/>
                    <a:pt x="61382" y="0"/>
                  </a:cubicBezTo>
                  <a:close/>
                </a:path>
              </a:pathLst>
            </a:custGeom>
            <a:solidFill>
              <a:srgbClr val="4B688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29041" cy="1452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17542" y="2346303"/>
            <a:ext cx="1724258" cy="1724258"/>
          </a:xfrm>
          <a:custGeom>
            <a:avLst/>
            <a:gdLst/>
            <a:ahLst/>
            <a:cxnLst/>
            <a:rect r="r" b="b" t="t" l="l"/>
            <a:pathLst>
              <a:path h="1724258" w="1724258">
                <a:moveTo>
                  <a:pt x="0" y="0"/>
                </a:moveTo>
                <a:lnTo>
                  <a:pt x="1724258" y="0"/>
                </a:lnTo>
                <a:lnTo>
                  <a:pt x="1724258" y="1724258"/>
                </a:lnTo>
                <a:lnTo>
                  <a:pt x="0" y="1724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03898" y="2357666"/>
            <a:ext cx="1410961" cy="1712895"/>
          </a:xfrm>
          <a:custGeom>
            <a:avLst/>
            <a:gdLst/>
            <a:ahLst/>
            <a:cxnLst/>
            <a:rect r="r" b="b" t="t" l="l"/>
            <a:pathLst>
              <a:path h="1712895" w="1410961">
                <a:moveTo>
                  <a:pt x="0" y="0"/>
                </a:moveTo>
                <a:lnTo>
                  <a:pt x="1410961" y="0"/>
                </a:lnTo>
                <a:lnTo>
                  <a:pt x="1410961" y="1712895"/>
                </a:lnTo>
                <a:lnTo>
                  <a:pt x="0" y="1712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436728" y="2357666"/>
            <a:ext cx="1712895" cy="1712895"/>
          </a:xfrm>
          <a:custGeom>
            <a:avLst/>
            <a:gdLst/>
            <a:ahLst/>
            <a:cxnLst/>
            <a:rect r="r" b="b" t="t" l="l"/>
            <a:pathLst>
              <a:path h="1712895" w="1712895">
                <a:moveTo>
                  <a:pt x="0" y="0"/>
                </a:moveTo>
                <a:lnTo>
                  <a:pt x="1712895" y="0"/>
                </a:lnTo>
                <a:lnTo>
                  <a:pt x="1712895" y="1712895"/>
                </a:lnTo>
                <a:lnTo>
                  <a:pt x="0" y="17128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904826" y="4623752"/>
            <a:ext cx="3838313" cy="213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podcast interface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7542" y="4623752"/>
            <a:ext cx="3838313" cy="213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 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CloudKit framework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36728" y="4557077"/>
            <a:ext cx="3979456" cy="213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Integrate cloud database with Swift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06334" y="4463138"/>
            <a:ext cx="8566096" cy="121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4"/>
              </a:lnSpc>
            </a:pPr>
            <a:r>
              <a:rPr lang="en-US" sz="7074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</a:t>
            </a:r>
            <a:r>
              <a:rPr lang="en-US" b="true" sz="7074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hat is CloudKit 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6822911">
            <a:off x="6084445" y="6408803"/>
            <a:ext cx="1972864" cy="591859"/>
          </a:xfrm>
          <a:custGeom>
            <a:avLst/>
            <a:gdLst/>
            <a:ahLst/>
            <a:cxnLst/>
            <a:rect r="r" b="b" t="t" l="l"/>
            <a:pathLst>
              <a:path h="591859" w="1972864">
                <a:moveTo>
                  <a:pt x="0" y="0"/>
                </a:moveTo>
                <a:lnTo>
                  <a:pt x="1972864" y="0"/>
                </a:lnTo>
                <a:lnTo>
                  <a:pt x="1972864" y="591859"/>
                </a:lnTo>
                <a:lnTo>
                  <a:pt x="0" y="59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36495" y="7751688"/>
            <a:ext cx="2608752" cy="65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4"/>
              </a:lnSpc>
            </a:pPr>
            <a:r>
              <a:rPr lang="en-US" sz="364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</a:t>
            </a:r>
            <a:r>
              <a:rPr lang="en-US" b="true" sz="364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ramework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03775" y="7751688"/>
            <a:ext cx="2573483" cy="65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4"/>
              </a:lnSpc>
            </a:pPr>
            <a:r>
              <a:rPr lang="en-US" sz="364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</a:t>
            </a:r>
            <a:r>
              <a:rPr lang="en-US" b="true" sz="364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ainers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3625387">
            <a:off x="10332902" y="6390611"/>
            <a:ext cx="1972864" cy="591859"/>
          </a:xfrm>
          <a:custGeom>
            <a:avLst/>
            <a:gdLst/>
            <a:ahLst/>
            <a:cxnLst/>
            <a:rect r="r" b="b" t="t" l="l"/>
            <a:pathLst>
              <a:path h="591859" w="1972864">
                <a:moveTo>
                  <a:pt x="0" y="0"/>
                </a:moveTo>
                <a:lnTo>
                  <a:pt x="1972864" y="0"/>
                </a:lnTo>
                <a:lnTo>
                  <a:pt x="1972864" y="591860"/>
                </a:lnTo>
                <a:lnTo>
                  <a:pt x="0" y="59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24492" y="1774914"/>
            <a:ext cx="4130085" cy="65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4"/>
              </a:lnSpc>
            </a:pPr>
            <a:r>
              <a:rPr lang="en-US" sz="364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Async Ope</a:t>
            </a:r>
            <a:r>
              <a:rPr lang="en-US" b="true" sz="364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4851" y="1774914"/>
            <a:ext cx="4248657" cy="65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4"/>
              </a:lnSpc>
            </a:pPr>
            <a:r>
              <a:rPr lang="en-US" sz="364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SwiftUI Integr</a:t>
            </a:r>
            <a:r>
              <a:rPr lang="en-US" b="true" sz="364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ation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6822911">
            <a:off x="10397764" y="3287929"/>
            <a:ext cx="1972864" cy="591859"/>
          </a:xfrm>
          <a:custGeom>
            <a:avLst/>
            <a:gdLst/>
            <a:ahLst/>
            <a:cxnLst/>
            <a:rect r="r" b="b" t="t" l="l"/>
            <a:pathLst>
              <a:path h="591859" w="1972864">
                <a:moveTo>
                  <a:pt x="1972864" y="591860"/>
                </a:moveTo>
                <a:lnTo>
                  <a:pt x="0" y="591860"/>
                </a:lnTo>
                <a:lnTo>
                  <a:pt x="0" y="0"/>
                </a:lnTo>
                <a:lnTo>
                  <a:pt x="1972864" y="0"/>
                </a:lnTo>
                <a:lnTo>
                  <a:pt x="1972864" y="5918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3625387">
            <a:off x="6161033" y="3287929"/>
            <a:ext cx="1972864" cy="591859"/>
          </a:xfrm>
          <a:custGeom>
            <a:avLst/>
            <a:gdLst/>
            <a:ahLst/>
            <a:cxnLst/>
            <a:rect r="r" b="b" t="t" l="l"/>
            <a:pathLst>
              <a:path h="591859" w="1972864">
                <a:moveTo>
                  <a:pt x="1972864" y="0"/>
                </a:moveTo>
                <a:lnTo>
                  <a:pt x="0" y="0"/>
                </a:lnTo>
                <a:lnTo>
                  <a:pt x="0" y="591860"/>
                </a:lnTo>
                <a:lnTo>
                  <a:pt x="1972864" y="591860"/>
                </a:lnTo>
                <a:lnTo>
                  <a:pt x="19728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5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81042" y="303081"/>
            <a:ext cx="4925915" cy="9680838"/>
          </a:xfrm>
          <a:custGeom>
            <a:avLst/>
            <a:gdLst/>
            <a:ahLst/>
            <a:cxnLst/>
            <a:rect r="r" b="b" t="t" l="l"/>
            <a:pathLst>
              <a:path h="9680838" w="4925915">
                <a:moveTo>
                  <a:pt x="0" y="0"/>
                </a:moveTo>
                <a:lnTo>
                  <a:pt x="4925916" y="0"/>
                </a:lnTo>
                <a:lnTo>
                  <a:pt x="4925916" y="9680838"/>
                </a:lnTo>
                <a:lnTo>
                  <a:pt x="0" y="9680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3428" t="-13797" r="-108553" b="-52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30782" y="1470601"/>
            <a:ext cx="3788105" cy="3136572"/>
            <a:chOff x="0" y="0"/>
            <a:chExt cx="1183932" cy="9803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3932" cy="980302"/>
            </a:xfrm>
            <a:custGeom>
              <a:avLst/>
              <a:gdLst/>
              <a:ahLst/>
              <a:cxnLst/>
              <a:rect r="r" b="b" t="t" l="l"/>
              <a:pathLst>
                <a:path h="980302" w="1183932">
                  <a:moveTo>
                    <a:pt x="83794" y="0"/>
                  </a:moveTo>
                  <a:lnTo>
                    <a:pt x="1100139" y="0"/>
                  </a:lnTo>
                  <a:cubicBezTo>
                    <a:pt x="1146417" y="0"/>
                    <a:pt x="1183932" y="37516"/>
                    <a:pt x="1183932" y="83794"/>
                  </a:cubicBezTo>
                  <a:lnTo>
                    <a:pt x="1183932" y="896509"/>
                  </a:lnTo>
                  <a:cubicBezTo>
                    <a:pt x="1183932" y="942787"/>
                    <a:pt x="1146417" y="980302"/>
                    <a:pt x="1100139" y="980302"/>
                  </a:cubicBezTo>
                  <a:lnTo>
                    <a:pt x="83794" y="980302"/>
                  </a:lnTo>
                  <a:cubicBezTo>
                    <a:pt x="37516" y="980302"/>
                    <a:pt x="0" y="942787"/>
                    <a:pt x="0" y="896509"/>
                  </a:cubicBezTo>
                  <a:lnTo>
                    <a:pt x="0" y="83794"/>
                  </a:lnTo>
                  <a:cubicBezTo>
                    <a:pt x="0" y="37516"/>
                    <a:pt x="37516" y="0"/>
                    <a:pt x="83794" y="0"/>
                  </a:cubicBezTo>
                  <a:close/>
                </a:path>
              </a:pathLst>
            </a:custGeom>
            <a:solidFill>
              <a:srgbClr val="CB37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83932" cy="1018403"/>
            </a:xfrm>
            <a:prstGeom prst="rect">
              <a:avLst/>
            </a:prstGeom>
          </p:spPr>
          <p:txBody>
            <a:bodyPr anchor="ctr" rtlCol="false" tIns="35487" lIns="35487" bIns="35487" rIns="3548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46724" y="1734824"/>
            <a:ext cx="533826" cy="533826"/>
          </a:xfrm>
          <a:custGeom>
            <a:avLst/>
            <a:gdLst/>
            <a:ahLst/>
            <a:cxnLst/>
            <a:rect r="r" b="b" t="t" l="l"/>
            <a:pathLst>
              <a:path h="533826" w="533826">
                <a:moveTo>
                  <a:pt x="0" y="0"/>
                </a:moveTo>
                <a:lnTo>
                  <a:pt x="533826" y="0"/>
                </a:lnTo>
                <a:lnTo>
                  <a:pt x="533826" y="533826"/>
                </a:lnTo>
                <a:lnTo>
                  <a:pt x="0" y="5338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474754" y="6212994"/>
            <a:ext cx="3744133" cy="2869676"/>
            <a:chOff x="0" y="0"/>
            <a:chExt cx="1170189" cy="8968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189" cy="896887"/>
            </a:xfrm>
            <a:custGeom>
              <a:avLst/>
              <a:gdLst/>
              <a:ahLst/>
              <a:cxnLst/>
              <a:rect r="r" b="b" t="t" l="l"/>
              <a:pathLst>
                <a:path h="896887" w="1170189">
                  <a:moveTo>
                    <a:pt x="84778" y="0"/>
                  </a:moveTo>
                  <a:lnTo>
                    <a:pt x="1085411" y="0"/>
                  </a:lnTo>
                  <a:cubicBezTo>
                    <a:pt x="1107896" y="0"/>
                    <a:pt x="1129459" y="8932"/>
                    <a:pt x="1145358" y="24831"/>
                  </a:cubicBezTo>
                  <a:cubicBezTo>
                    <a:pt x="1161257" y="40730"/>
                    <a:pt x="1170189" y="62293"/>
                    <a:pt x="1170189" y="84778"/>
                  </a:cubicBezTo>
                  <a:lnTo>
                    <a:pt x="1170189" y="812109"/>
                  </a:lnTo>
                  <a:cubicBezTo>
                    <a:pt x="1170189" y="834594"/>
                    <a:pt x="1161257" y="856157"/>
                    <a:pt x="1145358" y="872056"/>
                  </a:cubicBezTo>
                  <a:cubicBezTo>
                    <a:pt x="1129459" y="887955"/>
                    <a:pt x="1107896" y="896887"/>
                    <a:pt x="1085411" y="896887"/>
                  </a:cubicBezTo>
                  <a:lnTo>
                    <a:pt x="84778" y="896887"/>
                  </a:lnTo>
                  <a:cubicBezTo>
                    <a:pt x="62293" y="896887"/>
                    <a:pt x="40730" y="887955"/>
                    <a:pt x="24831" y="872056"/>
                  </a:cubicBezTo>
                  <a:cubicBezTo>
                    <a:pt x="8932" y="856157"/>
                    <a:pt x="0" y="834594"/>
                    <a:pt x="0" y="812109"/>
                  </a:cubicBezTo>
                  <a:lnTo>
                    <a:pt x="0" y="84778"/>
                  </a:lnTo>
                  <a:cubicBezTo>
                    <a:pt x="0" y="62293"/>
                    <a:pt x="8932" y="40730"/>
                    <a:pt x="24831" y="24831"/>
                  </a:cubicBezTo>
                  <a:cubicBezTo>
                    <a:pt x="40730" y="8932"/>
                    <a:pt x="62293" y="0"/>
                    <a:pt x="84778" y="0"/>
                  </a:cubicBezTo>
                  <a:close/>
                </a:path>
              </a:pathLst>
            </a:custGeom>
            <a:solidFill>
              <a:srgbClr val="FA8E4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70189" cy="934987"/>
            </a:xfrm>
            <a:prstGeom prst="rect">
              <a:avLst/>
            </a:prstGeom>
          </p:spPr>
          <p:txBody>
            <a:bodyPr anchor="ctr" rtlCol="false" tIns="35487" lIns="35487" bIns="35487" rIns="3548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704844" y="6557192"/>
            <a:ext cx="439728" cy="533826"/>
          </a:xfrm>
          <a:custGeom>
            <a:avLst/>
            <a:gdLst/>
            <a:ahLst/>
            <a:cxnLst/>
            <a:rect r="r" b="b" t="t" l="l"/>
            <a:pathLst>
              <a:path h="533826" w="439728">
                <a:moveTo>
                  <a:pt x="0" y="0"/>
                </a:moveTo>
                <a:lnTo>
                  <a:pt x="439728" y="0"/>
                </a:lnTo>
                <a:lnTo>
                  <a:pt x="439728" y="533826"/>
                </a:lnTo>
                <a:lnTo>
                  <a:pt x="0" y="533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245133" y="1470601"/>
            <a:ext cx="4369003" cy="2959381"/>
            <a:chOff x="0" y="0"/>
            <a:chExt cx="1365486" cy="9249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5486" cy="924923"/>
            </a:xfrm>
            <a:custGeom>
              <a:avLst/>
              <a:gdLst/>
              <a:ahLst/>
              <a:cxnLst/>
              <a:rect r="r" b="b" t="t" l="l"/>
              <a:pathLst>
                <a:path h="924923" w="1365486">
                  <a:moveTo>
                    <a:pt x="72652" y="0"/>
                  </a:moveTo>
                  <a:lnTo>
                    <a:pt x="1292833" y="0"/>
                  </a:lnTo>
                  <a:cubicBezTo>
                    <a:pt x="1312102" y="0"/>
                    <a:pt x="1330581" y="7654"/>
                    <a:pt x="1344206" y="21279"/>
                  </a:cubicBezTo>
                  <a:cubicBezTo>
                    <a:pt x="1357831" y="34904"/>
                    <a:pt x="1365486" y="53384"/>
                    <a:pt x="1365486" y="72652"/>
                  </a:cubicBezTo>
                  <a:lnTo>
                    <a:pt x="1365486" y="852271"/>
                  </a:lnTo>
                  <a:cubicBezTo>
                    <a:pt x="1365486" y="871539"/>
                    <a:pt x="1357831" y="890019"/>
                    <a:pt x="1344206" y="903644"/>
                  </a:cubicBezTo>
                  <a:cubicBezTo>
                    <a:pt x="1330581" y="917269"/>
                    <a:pt x="1312102" y="924923"/>
                    <a:pt x="1292833" y="924923"/>
                  </a:cubicBezTo>
                  <a:lnTo>
                    <a:pt x="72652" y="924923"/>
                  </a:lnTo>
                  <a:cubicBezTo>
                    <a:pt x="53384" y="924923"/>
                    <a:pt x="34904" y="917269"/>
                    <a:pt x="21279" y="903644"/>
                  </a:cubicBezTo>
                  <a:cubicBezTo>
                    <a:pt x="7654" y="890019"/>
                    <a:pt x="0" y="871539"/>
                    <a:pt x="0" y="852271"/>
                  </a:cubicBezTo>
                  <a:lnTo>
                    <a:pt x="0" y="72652"/>
                  </a:lnTo>
                  <a:cubicBezTo>
                    <a:pt x="0" y="53384"/>
                    <a:pt x="7654" y="34904"/>
                    <a:pt x="21279" y="21279"/>
                  </a:cubicBezTo>
                  <a:cubicBezTo>
                    <a:pt x="34904" y="7654"/>
                    <a:pt x="53384" y="0"/>
                    <a:pt x="72652" y="0"/>
                  </a:cubicBezTo>
                  <a:close/>
                </a:path>
              </a:pathLst>
            </a:custGeom>
            <a:solidFill>
              <a:srgbClr val="4B688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65486" cy="963023"/>
            </a:xfrm>
            <a:prstGeom prst="rect">
              <a:avLst/>
            </a:prstGeom>
          </p:spPr>
          <p:txBody>
            <a:bodyPr anchor="ctr" rtlCol="false" tIns="35487" lIns="35487" bIns="35487" rIns="3548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557090" y="1734824"/>
            <a:ext cx="533826" cy="533826"/>
          </a:xfrm>
          <a:custGeom>
            <a:avLst/>
            <a:gdLst/>
            <a:ahLst/>
            <a:cxnLst/>
            <a:rect r="r" b="b" t="t" l="l"/>
            <a:pathLst>
              <a:path h="533826" w="533826">
                <a:moveTo>
                  <a:pt x="0" y="0"/>
                </a:moveTo>
                <a:lnTo>
                  <a:pt x="533826" y="0"/>
                </a:lnTo>
                <a:lnTo>
                  <a:pt x="533826" y="533826"/>
                </a:lnTo>
                <a:lnTo>
                  <a:pt x="0" y="533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63526" y="7348193"/>
            <a:ext cx="3279428" cy="114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Audio player controls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AVFoundation Audio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tom controls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18948" y="6561850"/>
            <a:ext cx="243229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</a:t>
            </a:r>
            <a:r>
              <a:rPr lang="en-US" b="true" sz="26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uild Interface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19116" y="2515418"/>
            <a:ext cx="3523751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7" indent="-215904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tainers &amp; databases</a:t>
            </a:r>
          </a:p>
          <a:p>
            <a:pPr algn="l" marL="431807" indent="-215904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ord schemas</a:t>
            </a:r>
          </a:p>
          <a:p>
            <a:pPr algn="l" marL="431807" indent="-215904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Async queries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30058" y="1739482"/>
            <a:ext cx="2446586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Learn Clo</a:t>
            </a:r>
            <a:r>
              <a:rPr lang="en-US" b="true" sz="26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udKit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92606" y="2597159"/>
            <a:ext cx="2785170" cy="114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retrieval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Reactive updates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Concurrency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43316" y="1763191"/>
            <a:ext cx="3107234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Integrate Backend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4216" y="4463138"/>
            <a:ext cx="7759569" cy="121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4"/>
              </a:lnSpc>
            </a:pPr>
            <a:r>
              <a:rPr lang="en-US" sz="7074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</a:t>
            </a:r>
            <a:r>
              <a:rPr lang="en-US" b="true" sz="7074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hat I learned 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6822911">
            <a:off x="6084445" y="6408803"/>
            <a:ext cx="1972864" cy="591859"/>
          </a:xfrm>
          <a:custGeom>
            <a:avLst/>
            <a:gdLst/>
            <a:ahLst/>
            <a:cxnLst/>
            <a:rect r="r" b="b" t="t" l="l"/>
            <a:pathLst>
              <a:path h="591859" w="1972864">
                <a:moveTo>
                  <a:pt x="0" y="0"/>
                </a:moveTo>
                <a:lnTo>
                  <a:pt x="1972864" y="0"/>
                </a:lnTo>
                <a:lnTo>
                  <a:pt x="1972864" y="591859"/>
                </a:lnTo>
                <a:lnTo>
                  <a:pt x="0" y="59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67847" y="1774914"/>
            <a:ext cx="4786375" cy="65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4"/>
              </a:lnSpc>
            </a:pPr>
            <a:r>
              <a:rPr lang="en-US" sz="364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</a:t>
            </a:r>
            <a:r>
              <a:rPr lang="en-US" b="true" sz="364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ackend integration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03775" y="7751688"/>
            <a:ext cx="4045395" cy="65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4"/>
              </a:lnSpc>
            </a:pPr>
            <a:r>
              <a:rPr lang="en-US" sz="364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</a:t>
            </a:r>
            <a:r>
              <a:rPr lang="en-US" b="true" sz="364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abase design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3625387">
            <a:off x="10332902" y="6390611"/>
            <a:ext cx="1972864" cy="591859"/>
          </a:xfrm>
          <a:custGeom>
            <a:avLst/>
            <a:gdLst/>
            <a:ahLst/>
            <a:cxnLst/>
            <a:rect r="r" b="b" t="t" l="l"/>
            <a:pathLst>
              <a:path h="591859" w="1972864">
                <a:moveTo>
                  <a:pt x="0" y="0"/>
                </a:moveTo>
                <a:lnTo>
                  <a:pt x="1972864" y="0"/>
                </a:lnTo>
                <a:lnTo>
                  <a:pt x="1972864" y="591860"/>
                </a:lnTo>
                <a:lnTo>
                  <a:pt x="0" y="59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79358" y="7747439"/>
            <a:ext cx="4412369" cy="65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4"/>
              </a:lnSpc>
            </a:pPr>
            <a:r>
              <a:rPr lang="en-US" sz="364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Cloud </a:t>
            </a:r>
            <a:r>
              <a:rPr lang="en-US" sz="364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4851" y="1774914"/>
            <a:ext cx="4873715" cy="65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4"/>
              </a:lnSpc>
            </a:pPr>
            <a:r>
              <a:rPr lang="en-US" sz="364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Async progr</a:t>
            </a:r>
            <a:r>
              <a:rPr lang="en-US" b="true" sz="364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amming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6822911">
            <a:off x="10397764" y="3287929"/>
            <a:ext cx="1972864" cy="591859"/>
          </a:xfrm>
          <a:custGeom>
            <a:avLst/>
            <a:gdLst/>
            <a:ahLst/>
            <a:cxnLst/>
            <a:rect r="r" b="b" t="t" l="l"/>
            <a:pathLst>
              <a:path h="591859" w="1972864">
                <a:moveTo>
                  <a:pt x="1972864" y="591860"/>
                </a:moveTo>
                <a:lnTo>
                  <a:pt x="0" y="591860"/>
                </a:lnTo>
                <a:lnTo>
                  <a:pt x="0" y="0"/>
                </a:lnTo>
                <a:lnTo>
                  <a:pt x="1972864" y="0"/>
                </a:lnTo>
                <a:lnTo>
                  <a:pt x="1972864" y="5918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3625387">
            <a:off x="6161033" y="3287929"/>
            <a:ext cx="1972864" cy="591859"/>
          </a:xfrm>
          <a:custGeom>
            <a:avLst/>
            <a:gdLst/>
            <a:ahLst/>
            <a:cxnLst/>
            <a:rect r="r" b="b" t="t" l="l"/>
            <a:pathLst>
              <a:path h="591859" w="1972864">
                <a:moveTo>
                  <a:pt x="1972864" y="0"/>
                </a:moveTo>
                <a:lnTo>
                  <a:pt x="0" y="0"/>
                </a:lnTo>
                <a:lnTo>
                  <a:pt x="0" y="591860"/>
                </a:lnTo>
                <a:lnTo>
                  <a:pt x="1972864" y="591860"/>
                </a:lnTo>
                <a:lnTo>
                  <a:pt x="19728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4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4216" y="4462342"/>
            <a:ext cx="7759569" cy="121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4"/>
              </a:lnSpc>
            </a:pPr>
            <a:r>
              <a:rPr lang="en-US" sz="7074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DAG49SjCbhk</dc:identifier>
  <dcterms:modified xsi:type="dcterms:W3CDTF">2011-08-01T06:04:30Z</dcterms:modified>
  <cp:revision>1</cp:revision>
  <dc:title>CloudKit Challenge: Building a Podcast App</dc:title>
</cp:coreProperties>
</file>